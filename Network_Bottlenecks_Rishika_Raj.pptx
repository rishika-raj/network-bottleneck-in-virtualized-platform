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19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1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0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7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6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68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76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5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97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9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0607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38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0791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67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76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2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24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Bottlenecks in Virtualized Platforms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sz="2200" dirty="0">
                <a:solidFill>
                  <a:srgbClr val="00AC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  <a:p>
            <a:endParaRPr sz="2200" dirty="0">
              <a:solidFill>
                <a:srgbClr val="00ACC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200" dirty="0">
                <a:solidFill>
                  <a:srgbClr val="00AC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- Rishika Raj (500101763)</a:t>
            </a:r>
          </a:p>
          <a:p>
            <a:r>
              <a:rPr sz="2200" dirty="0">
                <a:solidFill>
                  <a:srgbClr val="00AC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Institution - UPES</a:t>
            </a:r>
          </a:p>
        </p:txBody>
      </p:sp>
      <p:pic>
        <p:nvPicPr>
          <p:cNvPr id="5" name="Picture 4" descr="c9668fe1-4a98-441d-b355-5fdcc5daee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852" y="387403"/>
            <a:ext cx="3101361" cy="16001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6857999"/>
            <a:ext cx="9144000" cy="147975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Virtualized cloud environments allow multiple VMs to share physical network resources.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traffic demand can lead to network bottlenecks.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Bottlenecks cause latency, packet loss, and performance degradation.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EC2 was used to simulate a client–server architecture.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 and Grafana monitored real-time network metrics.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Traffic Control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was applied to reduce congestion and improve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8292034"/>
            <a:ext cx="9144000" cy="45719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Virtualized platforms allow multiple Virtual Machines (VMs) to share physical hardware resources.</a:t>
            </a:r>
            <a:endParaRPr lang="en-US" sz="18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resources such as NICs, virtual switches, and bandwidth are commonly shared among VMs.</a:t>
            </a:r>
            <a:r>
              <a:rPr lang="en-US" sz="18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total traffic demand exceeds available capacity,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bottleneck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occurs.</a:t>
            </a:r>
            <a:endParaRPr lang="en-US" sz="18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Bottlenecks result in increased latency, packet loss, and degraded application performance.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and optimizing bottlenecks is critical for maintaining cloud performance and scalability.</a:t>
            </a:r>
            <a:endParaRPr lang="en-US" sz="18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 of Bottlenecks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 Oversubscription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Multiple VMs share the same Network Interface Card, exceeding its bandwidth capacity.</a:t>
            </a:r>
          </a:p>
          <a:p>
            <a:pPr lvl="1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Overhead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Virtualization layer introduces processing delays and resource allocation inefficiencies.</a:t>
            </a:r>
          </a:p>
          <a:p>
            <a:pPr lvl="1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Switch Congestion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Internal switching delays occur when multiple VMs communicate simultaneously..</a:t>
            </a:r>
            <a:endParaRPr sz="19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Quality of Service (QoS)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 traffic prioritization leads to delays during high-load scenarios</a:t>
            </a:r>
          </a:p>
          <a:p>
            <a:pPr lvl="1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Traffic Spikes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Simultaneous data transmission from multiple clients saturates the network interface.</a:t>
            </a:r>
          </a:p>
          <a:p>
            <a:pPr lvl="1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Bandwidth Management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Absence of traffic shaping causes uneven resource utilization.</a:t>
            </a:r>
          </a:p>
          <a:p>
            <a:pPr marL="457200" lvl="1" indent="0">
              <a:buNone/>
            </a:pPr>
            <a:endParaRPr sz="17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Bottlenecks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 utilization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interface saturation.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 and retransmissions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high traffic loads.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spikes (RTT increase)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bandwidth demand exceeds capacity.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fluctuations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concurrent client traffic.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VM-to-VM communication delays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caused by oversubscription.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metrics collection.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performance trends and anomalies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Grafana dashboards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concurrent traffic and observe network congestion behavior.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real-time network performance using Prometheus and Grafana.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latency, packet loss, and NIC saturation during high load.</a:t>
            </a:r>
            <a:r>
              <a:rPr sz="18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traffic shaping using Linux Traffic Control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traffic shaping using Linux Traffic Control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sz="18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793B33B-3E5B-DCE7-D1B7-2B1AD66B2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simulate network bottlenecks in a virtualized cloud environment using AWS EC2 instances.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iperf3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all EC2 instances.</a:t>
            </a:r>
            <a:endParaRPr sz="18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instance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iperf3 receiver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1 and Client 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simultaneous traffic to the server.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high bandwidth data streams to simulate real-world load conditions.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 saturation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server during concurrent traffic.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Recorded throughput values for further analysis and monitoring.</a:t>
            </a:r>
          </a:p>
          <a:p>
            <a:pPr lvl="1"/>
            <a:r>
              <a:rPr sz="18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recorded before and after optimization.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monitoring EC2 instance for metrics collection.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 targets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system and network monitoring.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Exporter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collect CPU, memory, and network metrics.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iperf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exporter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expose throughput data.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Grafana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Prometheus as a data source.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dashboard refresh interval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seconds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visualization.</a:t>
            </a:r>
            <a:endParaRPr sz="18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simulated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bottleneck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concurrent client traffic.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 saturation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server during high load.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spikes and packet drops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heavy bandwidth usage.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 metrics showed sharp increases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values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Grafana dashboards clearly visualized congestion patterns.</a:t>
            </a:r>
            <a:endParaRPr sz="18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Using </a:t>
            </a:r>
            <a:r>
              <a:rPr sz="3600" b="1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endParaRPr sz="3600" b="1" dirty="0">
              <a:solidFill>
                <a:srgbClr val="0F4C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Traffic Control (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bandwidth usage.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rate limiting on one client to prevent NIC oversubscription.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Bucket Filter (TBF)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controlled traffic flow.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excessive bandwidth consumption from concurrent clients.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Minimized congestion at the server’s network interface.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fair bandwidth distribution among VMs.</a:t>
            </a:r>
            <a:endParaRPr sz="1800" dirty="0">
              <a:solidFill>
                <a:srgbClr val="2828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sz="18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 EC2 &amp; VPC).</a:t>
            </a:r>
          </a:p>
          <a:p>
            <a:pPr lvl="1"/>
            <a:r>
              <a:rPr sz="18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iperf3 for network performance testing.</a:t>
            </a:r>
          </a:p>
          <a:p>
            <a:pPr lvl="1"/>
            <a:r>
              <a:rPr sz="18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sz="180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sz="18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traffic shaping.</a:t>
            </a:r>
          </a:p>
          <a:p>
            <a:pPr lvl="1"/>
            <a:r>
              <a:rPr sz="18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Prometheus for monitoring.</a:t>
            </a:r>
          </a:p>
          <a:p>
            <a:pPr lvl="1"/>
            <a:r>
              <a:rPr sz="18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Grafana for visualization.</a:t>
            </a:r>
          </a:p>
          <a:p>
            <a:pPr lvl="1"/>
            <a:r>
              <a:rPr sz="18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Flask exporter for custom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bottlenecks are a common challenge in virtualized cloud environments.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resources such as NICs and bandwidth can lead to congestion under high traffic.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simulated bottlenecks using AWS EC2 instances.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 and Grafana provided real-time monitoring and clear visualization of network performance.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Traffic Control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effectively reduced congestion and improved stability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monitoring and traffic shaping are essential for building scalable and reliable cloud systems.</a:t>
            </a:r>
          </a:p>
          <a:p>
            <a:pPr marL="457200" lvl="1" indent="0">
              <a:buNone/>
            </a:pPr>
            <a:endParaRPr sz="1700" dirty="0">
              <a:solidFill>
                <a:srgbClr val="28282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748</Words>
  <Application>Microsoft Office PowerPoint</Application>
  <PresentationFormat>On-screen Show (4:3)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Trebuchet MS</vt:lpstr>
      <vt:lpstr>Wingdings 3</vt:lpstr>
      <vt:lpstr>Facet</vt:lpstr>
      <vt:lpstr>Network Bottlenecks in Virtualized Platforms</vt:lpstr>
      <vt:lpstr>Abstract</vt:lpstr>
      <vt:lpstr>Introduction</vt:lpstr>
      <vt:lpstr>Causes of Bottlenecks</vt:lpstr>
      <vt:lpstr>Identifying Bottlenecks</vt:lpstr>
      <vt:lpstr>Objectives</vt:lpstr>
      <vt:lpstr>Traffic Simulation</vt:lpstr>
      <vt:lpstr>Monitoring Setup</vt:lpstr>
      <vt:lpstr>Results &amp; Analysis</vt:lpstr>
      <vt:lpstr>Optimization Using tc</vt:lpstr>
      <vt:lpstr>Tools &amp; Technologies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Rishika Raj</dc:creator>
  <cp:keywords/>
  <dc:description>generated using python-pptx</dc:description>
  <cp:lastModifiedBy>Rishika Raj</cp:lastModifiedBy>
  <cp:revision>2</cp:revision>
  <dcterms:created xsi:type="dcterms:W3CDTF">2013-01-27T09:14:16Z</dcterms:created>
  <dcterms:modified xsi:type="dcterms:W3CDTF">2026-02-26T06:57:37Z</dcterms:modified>
  <cp:category/>
</cp:coreProperties>
</file>